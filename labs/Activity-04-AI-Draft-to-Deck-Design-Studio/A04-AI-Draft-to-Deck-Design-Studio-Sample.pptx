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ACTIVITY 04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ptos"/>
              </a:rPr>
              <a:t>AI Draft-to-Deck Design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ptos"/>
              </a:rPr>
              <a:t>Meridian Foods Singapore · ReadyWise 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ptos"/>
              </a:rPr>
              <a:t>TOOL WORKFLOW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ptos"/>
              </a:rPr>
              <a:t>PowerPoint/Copilot · Canva · Gamma · Adobe Express · Presenton · Manus · QuillBot · Prezent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ptos"/>
              </a:rPr>
              <a:t>Editable worked example · adapt the logic, verify the evidence, apply your approved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04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The Business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story map is approved. Each team will produce one editable draft in PowerPoint/Copilot, Canva, Gamma, Adobe Express, Presenton, Manus, QuillBot or Prezent, then bring the strongest elements into a controlled PowerPoint master.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9352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Decision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43400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committee will see the deck on a large screen and receive a self-guided PDF afterwards. All numbers must remain traceable to Meridian's source pack.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ACTIVITY 04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Prompt, Generate, Audit, Rebuild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Provide role, audience, purpose, sources, structure and constraints.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Generate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Create two visual directions, not one final answer.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Check facts, logic, brand, accessibility and slide density.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Rebuild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Replace generic layouts with purpose-built visuals.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Export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Test the editable PPTX and PDF before hand-off.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ptos"/>
              </a:rPr>
              <a:t>ACTIVITY 04 · MERIDIAN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Does the flow answer the decision?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Is every claim verified and sourced?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Does hierarchy guide attention?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Brand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Are approved assets and tone used?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8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5968" y="3776472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17136" y="3995928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Can everyone read and interpret it?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0416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00416" y="3776472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01584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Export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5088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Does PPTX/PDF survive hand-off?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ACTIVITY 04 ·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Quality Check: Don't vs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ptos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Generic title and decorative image
• Dense text summarised from a prompt
• Unverified statistics
• Inconsistent layouts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Action title and visual evidence
• One message per slide
• Cited, verified data
• Controlled grid, hierarchy and brand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04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A nine-slide editable draft plus an AI-output audit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deck follows the approved nine-slide map.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Every number is verified.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All core content is editable.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Brand and accessibility rules pass.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PPTX and PDF exports were reopened and checked.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ptos"/>
              </a:rPr>
              <a:t>Worked example only — your final artefact must reflect your own brief, evidence and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