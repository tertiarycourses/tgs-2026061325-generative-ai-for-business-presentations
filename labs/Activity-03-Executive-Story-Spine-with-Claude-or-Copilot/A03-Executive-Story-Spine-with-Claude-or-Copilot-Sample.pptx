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03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Executive Story Spine with Claude or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Meridian Foods Singapore · ReadyWise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TOOL WORKFLOW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Claude or Microsoft 365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committee's slot is only 20 minutes. Meridian has enough material for 30 slides, but leadership wants the recommendation first and will question margin, data use and retailer readiness.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Use Claude or Microsoft 365 Copilot to generate alternatives, then select and edit a nine-slide storyline that answers the decision without hiding the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03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Build the Narrative Before the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Paste only approved context and define the audience.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Ask Claude or Copilot for three story-spine options.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Test logic, missing evidence and stakeholder objections.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Select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Choose one answer-first flow and write action titles.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Validate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Trace every conclusion to a verified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03 · MERIDIAN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Decision and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Why now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Audience/customer insight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Proposed pilot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776472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995928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776472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4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Economics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03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Market Opportunity
• Pilot Economics
• Customer Research
•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The reachable segment can support a 12-week pilot
• Base-case margin remains above the approved floor
• Two customer needs predict trial intent
• Approve the pilot and assign two owners today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03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nine-slide story map with action titles, evidence notes and appendix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recommendation appears before detailed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story has a visible SCQA logic.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Every title advances the argument.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Claims have a source or validation flag.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Appendix content supports likely questions without interrupting the story.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your own brief, evidence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