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ACTIVITY 01 ·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ptos"/>
              </a:rPr>
              <a:t>Decision-Ready Presentation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ptos"/>
              </a:rPr>
              <a:t>Meridian Foods Singapore · ReadyWise 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05613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ptos"/>
              </a:rPr>
              <a:t>TOOL WORKFLOW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ptos"/>
              </a:rPr>
              <a:t>PowerPoint + Claude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89320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ptos"/>
              </a:rPr>
              <a:t>Editable worked example · adapt the logic, verify the evidence, apply your approved brand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01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The Business Situation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6916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Meridian Foods Singapore is considering ReadyWise, an AI-assisted meal-planning service bundled with a new ready-meal range. Leadership has reserved 20 minutes at the next investment committee meeting.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76472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76472"/>
            <a:ext cx="73152" cy="1691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959352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Decision pressure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343400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CFO worries about margin, the Data Protection Officer worries about customer-data use, and the Sales Director wants retailer evidence. Your team must turn this broad situation into a presentation brief before generating slides.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ptos"/>
              </a:rPr>
              <a:t>ACTIVITY 01 ·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From Business Need to Presentation 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Name the business situation and why it matters now.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4017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4017" y="1920240"/>
            <a:ext cx="73152" cy="3566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85185" y="213969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5185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8689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Audience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8689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Map knowledge, concerns, power and decision role.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2235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2235" y="1920240"/>
            <a:ext cx="73152" cy="3566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83403" y="213969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3403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6907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86907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Write one observable audience action.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80452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80452" y="1920240"/>
            <a:ext cx="73152" cy="3566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81620" y="2139696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81620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5124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Evidence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5124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Define proof and success measures before drafting.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7867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7867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7983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983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334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Mode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334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Choose live, virtual, hybrid or self-guided delivery.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ptos"/>
              </a:rPr>
              <a:t>ACTIVITY 01 · MERIDIAN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Worked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High interaction; use for negotiation and complex decisions.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783080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17136" y="20025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Virtual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Distributed reach; design explicit engagement checkpoints.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0416" y="1783080"/>
            <a:ext cx="73152" cy="171907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01584" y="200253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4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Hybrid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Two audiences; ensure equal access to voice and visuals.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776472"/>
            <a:ext cx="73152" cy="171907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Self-guided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No presenter; make the narrative and context self-contained.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ACTIVITY 01 ·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Quality Check: Don't vs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ptos"/>
              </a:rPr>
              <a:t>DON'T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ptos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Share an update
• Tell management about the project
• Make a professional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Secure approval for a 12-week pilot
• Resolve the two stated risk concerns
• Confirm owner, budget and next review 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01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What Good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10512"/>
            <a:ext cx="10652760" cy="100584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A one-page presentation brief and mode-selection rationale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One observable audience action is named.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9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7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7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1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1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Stakeholder concerns link to evidence needs.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selected mode fits interaction and access needs.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79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7647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7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1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1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Constraints and success evidence are explicit.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038344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038344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8408" y="5257800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" y="5266944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81912" y="5221224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1912" y="5605272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brief contains no confidential data that should not enter an AI tool.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ptos"/>
              </a:rPr>
              <a:t>Worked example only — your final artefact must reflect your own brief, evidence and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