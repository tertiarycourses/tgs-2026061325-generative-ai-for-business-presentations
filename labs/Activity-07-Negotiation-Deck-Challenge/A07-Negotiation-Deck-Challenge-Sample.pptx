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ACTIVITY 07 · 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ptos"/>
              </a:rPr>
              <a:t>Negotiation Deck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B6372"/>
                </a:solidFill>
                <a:latin typeface="Aptos"/>
              </a:rPr>
              <a:t>Meridian Foods Singapore · ReadyWise Pilot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105613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06908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ptos"/>
              </a:rPr>
              <a:t>TOOL WORKFLOW DEMONSTRATED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34840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ptos"/>
              </a:rPr>
              <a:t>Claude + PowerPoint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89320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ptos"/>
              </a:rPr>
              <a:t>Editable worked example · adapt the logic, verify the evidence, apply your approved brand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ptos"/>
              </a:rPr>
              <a:t>ACTIVITY 07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The Business Situation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6916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The committee supports ReadyWise in principle but disagrees on scale. Build a four-slide negotiation pack that makes interests, options, trade-offs and authority boundaries visible, then negotiate a conditional decision.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ptos"/>
              </a:rPr>
              <a:t>ACTIVITY 07 ·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Make the Negotiation Visible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Surface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Separate positions from underlying interests.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4017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84017" y="1920240"/>
            <a:ext cx="73152" cy="3566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85185" y="213969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85185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8689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Frame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8689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Show shared objective and decision criteria.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2235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2235" y="1920240"/>
            <a:ext cx="73152" cy="35661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83403" y="213969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83403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86907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ptos"/>
              </a:rPr>
              <a:t>Package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86907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Compare options and trade-offs transparently.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80452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80452" y="1920240"/>
            <a:ext cx="73152" cy="3566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81620" y="2139696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81620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5124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5124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Use questions to identify movement and constraints.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7867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7867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7983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7983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334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Record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334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Confirm decision, conditions, owners and unresolved issues.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ptos"/>
              </a:rPr>
              <a:t>ACTIVITY 07 · MERIDIAN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Worked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71907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Conservative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2 retailers · S$160k cap · week-6 gate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783080"/>
            <a:ext cx="73152" cy="17190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17136" y="20025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Recommended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3 retailers · S$240k cap · week-4 and week-8 gates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0416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0416" y="1783080"/>
            <a:ext cx="73152" cy="171907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01584" y="200253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1584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ptos"/>
              </a:rPr>
              <a:t>Accelerated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5 retailers · S$360k cap · added privacy and supply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ptos"/>
              </a:rPr>
              <a:t>ACTIVITY 07 ·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Quality Check: Don't vs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5166360" cy="42519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166360" cy="42519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0116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ptos"/>
              </a:rPr>
              <a:t>DON'T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20116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ptos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587752"/>
            <a:ext cx="45262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ptos"/>
              </a:rPr>
              <a:t>• Proves our option is best
• Hides disadvantages
• Treats objections as resistance
• Pushes for immediate agreement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587752"/>
            <a:ext cx="45262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ptos"/>
              </a:rPr>
              <a:t>• Makes interests and criteria explicit
• Shows trade-offs and boundaries
• Uses objections as information
• Records conditional agreement and next 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ptos"/>
              </a:rPr>
              <a:t>ACTIVITY 07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What Good Looks Like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10512"/>
            <a:ext cx="10652760" cy="100584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A four-slide negotiation pack and a documented conditional agreement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8408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Interests are visible separately from positions.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79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79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7647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7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1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1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Three feasible packages use common criteria.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8408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81912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Authority boundaries are explicit.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79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79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27647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7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1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1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Trade-offs use conditional language.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038344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038344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8408" y="5257800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" y="5266944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81912" y="5221224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81912" y="5605272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The final record names conditions, owners and dates.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ptos"/>
              </a:rPr>
              <a:t>Worked example only — your final artefact must reflect your own brief, evidence and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