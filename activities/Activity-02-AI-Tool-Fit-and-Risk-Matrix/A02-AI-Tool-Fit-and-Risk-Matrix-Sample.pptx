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ACTIVITY 02 · 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ptos"/>
              </a:rPr>
              <a:t>AI Tool Fit and Risk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B6372"/>
                </a:solidFill>
                <a:latin typeface="Aptos"/>
              </a:rPr>
              <a:t>Meridian Foods Singapore · ReadyWise Pilot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105613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06908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ptos"/>
              </a:rPr>
              <a:t>TOOL WORKFLOW DEMONSTRATED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34840"/>
            <a:ext cx="9966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ptos"/>
              </a:rPr>
              <a:t>Canva · Gamma · Napkin · Copilot · PowerPoint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89320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ptos"/>
              </a:rPr>
              <a:t>Editable worked example · adapt the logic, verify the evidence, apply your approved brand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ptos"/>
              </a:rPr>
              <a:t>ACTIVITY 02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The Business Situation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6916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Meridian's team can use PowerPoint, Microsoft 365 Copilot, Canva, Gamma, Napkin and Claude. A manager also proposes Presenton, Manus, QuillBot and Prezent. The source pack includes internal financial assumptions and customer research.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76472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76472"/>
            <a:ext cx="73152" cy="16916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2688" y="399592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959352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Decision pressure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4343400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Choose a safe production chain that gets a first draft quickly while keeping the final deck editable, branded, accessible and evidence-controlled.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ptos"/>
              </a:rPr>
              <a:t>ACTIVITY 02 ·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Choose Tools by Job, Not Hype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Define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Name the task, deliverable and sensitivity.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4017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84017" y="1920240"/>
            <a:ext cx="73152" cy="3566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85185" y="213969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85185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8689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Shortlist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8689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Compare relevant capabilities and constraints.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2235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82235" y="1920240"/>
            <a:ext cx="73152" cy="35661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83403" y="213969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83403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86907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ptos"/>
              </a:rPr>
              <a:t>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86907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Use the same brief and source pack in two candidates.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80452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80452" y="1920240"/>
            <a:ext cx="73152" cy="3566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81620" y="2139696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81620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5124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5124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Check accuracy, brand fit, accessibility and editability.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7867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7867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7983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7983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334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334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Document the tool, human checks and hand-off format.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ptos"/>
              </a:rPr>
              <a:t>ACTIVITY 02 · MERIDIAN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Worked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71907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PowerPoint + Copilot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Microsoft 365 workflow, source-grounded drafting, notes and team editing.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783080"/>
            <a:ext cx="73152" cy="17190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17136" y="20025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Canva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Rapid branded visual exploration and collaborative asset creation.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0416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0416" y="1783080"/>
            <a:ext cx="73152" cy="171907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01584" y="200253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01584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ptos"/>
              </a:rPr>
              <a:t>Gamma / Adobe Express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Fast web-style narratives and design-led first drafts.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776472"/>
            <a:ext cx="73152" cy="171907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2688" y="3995928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6192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Napkin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Convert concepts or text into editable visual diagrams.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15968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15968" y="3776472"/>
            <a:ext cx="73152" cy="171907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17136" y="3995928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17136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Claude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Reason through briefs, storylines, objections and speaker notes.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00416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00416" y="3776472"/>
            <a:ext cx="73152" cy="17190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01584" y="399592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Presenton / Manus / QuillBot / Prezent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05088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Alternative generation, automation, export and enterprise-brand workflows.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ptos"/>
              </a:rPr>
              <a:t>ACTIVITY 02 ·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Quality Check: Don't vs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5166360" cy="42519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166360" cy="42519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0116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ptos"/>
              </a:rPr>
              <a:t>DON'T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20116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ptos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587752"/>
            <a:ext cx="45262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ptos"/>
              </a:rPr>
              <a:t>• Prompt-to-deck in minutes
• Useful for ideation and alternatives
• Risk: generic narrative or unsupported claims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587752"/>
            <a:ext cx="45262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ptos"/>
              </a:rPr>
              <a:t>• Build from verified source files and brand assets
• Preserve editable PPTX and review trail
• Best for high-stakes, confidential or regulated 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ptos"/>
              </a:rPr>
              <a:t>ACTIVITY 02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What Good Looks Like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10512"/>
            <a:ext cx="10652760" cy="100584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A weighted AI-tool decision matrix and a human-in-the-loop production chain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8408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The same brief was used for comparative tests.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79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79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7647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7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1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1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Scores include evidence and a stated limitation.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78408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81912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Data classification restricts unsafe inputs.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79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79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27647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7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1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1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The final file remains editable and reviewable.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5038344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5038344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78408" y="5257800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" y="5266944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81912" y="5221224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81912" y="5605272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A named human owns final accuracy and approval.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ptos"/>
              </a:rPr>
              <a:t>Worked example only — your final artefact must reflect your own brief, evidence and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