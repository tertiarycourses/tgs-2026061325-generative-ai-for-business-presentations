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06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Delivery and Q&amp;A Rehearsal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PowerPoint Presenter View + Microsoft 365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06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Rehearse a six-minute version of Meridian's ReadyWise recommendation followed by four minutes of stakeholder questions. Use PowerPoint Presenter View and Copilot-generated speaker-note options, but deliver in your own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06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Acknowledge–Clarify–Answer–Confirm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546604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5590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559052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Recognise the question or concern without becoming defensive.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3572" y="1920240"/>
            <a:ext cx="2546604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33572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34740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474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8244" y="2103120"/>
            <a:ext cx="15590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Clarify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8244" y="2487168"/>
            <a:ext cx="1559052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Check scope, assumption and decision relevance.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20240"/>
            <a:ext cx="2546604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82512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103120"/>
            <a:ext cx="15590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2487168"/>
            <a:ext cx="1559052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Lead with the answer and support it with verified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9116" y="1920240"/>
            <a:ext cx="2546604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29116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30284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0284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3788" y="2103120"/>
            <a:ext cx="155905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Confirm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3788" y="2487168"/>
            <a:ext cx="1559052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Ask whether the concern is resolved or what remains.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06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Recommendation and structure are immediately understood.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Credibility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Claims, confidence and limitations are handled honestly.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Presenter listens, adapts and includes the audience.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Timing, transitions, tools and questions remain purposeful.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06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Reads the slide
• Shows every detail at once
• Answers before clarifying
• Ends with 'Any questions?'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Explains the decision and uses slides as evidence
• Reveals and signposts ideas
• Clarifies, answers, confirms
• Ends with a specific decision and next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timed rehearsal, peer scorecard and revised speaker-note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decision is clear in the first minute.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presenter does not read the slides.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Questions are clarified before answering.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Answers lead with a concise response and evidence.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close names action, owner and timing.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