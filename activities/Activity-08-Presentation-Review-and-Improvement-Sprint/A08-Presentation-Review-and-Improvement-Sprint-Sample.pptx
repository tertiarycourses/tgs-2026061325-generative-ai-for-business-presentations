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08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Presentation Review and Improvement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Meridian Foods Singapore · ReadyWise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TOOL WORKFLOW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PowerPoint + Canva + Claude or Microsoft 365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08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Meridian's pilot was approved conditionally. The audience understood the commercial case but remained unclear about personal-data boundaries. The CFO requested a downside view, and the final decision slide did not name the DPO deliverable.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Use peer evidence, meeting notes and an AI critique from Claude or Copilot to diagnose the deck, then create a controlled improvement backlog and revised master.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08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Review–Prioritise–Revise–Retest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Compare outcome evidence with the original objective.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Diagnose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Separate story, evidence, design, delivery and interaction issues.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Prioritise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Rank changes by decision impact and effort.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Revise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Assign owners and maintain a controlled master version.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Retest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Rehearse with the same audience criteria.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08 · MERIDIAN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Pilot approved with 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Understanding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3 of 4 assumptions accurately recalled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Concerns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Privacy boundary still unclear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DPO to provide wording by Friday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Follow-through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Week-4 review booked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Revision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Update slides 4, 6 and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08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Make it more engaging
• Too much text
• The chart was confusing
• The ending felt weak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Ask the CFO to choose between two risk options on slide 7
• Move calculation detail to appendix and keep the three assumptions
• Direct-label base/downside series and state the margin implication
• Close with decision, two owners and the week-4 review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08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TGS-2026061325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An outcome scorecard, improvement backlog, version record and revised three-slide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Review begins with the original objective.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Every score cites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AI critique is verified before acceptance.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Backlog items have impact, owner and acceptance criterion.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revised master has a version record and approval state.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your own brief, evidence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