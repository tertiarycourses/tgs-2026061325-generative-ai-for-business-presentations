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05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Evidence-to-Visual Upgrade with Napkin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Meridian Foods Singapore · ReadyWise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TOOL WORKFLOW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Napkin + PowerPoint or Canva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05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Meridian's AI draft contains a dense financial slide, a generic handshake photo and a six-step implementation paragraph. The committee needs to understand the economics, risk gates and ownership in under two 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Use Napkin to explore a process visual, and PowerPoint or Canva to rebuild the economics and implementation slides as editable evidence-led visuals.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05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From Claim to Visual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Write the message the audience must 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Choose only data that proves or qualifies the claim.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Select chart, table, process or diagram by relationship.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Use an action title and visual emphasis.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State implication, limitation and next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05 · MERIDIAN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S$240k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Pilot investment cap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12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Proposed learning window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Base-case gross margin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Approved margin floor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3 retailers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Initial test footprint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2 gates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Week 4 and Week 8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05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Decorative image unrelated to the claim
• 3D charts and rainbow colours
• Tiny labels and unexplained acronyms
• Copy a dashboard without a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Show the relationship that supports the decision
• Use direct labels and restrained emphasis
• Write a complete action title
• Explain source, uncertainty and implication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Three presentation-ready visual slides and a completed visual-quality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Each slide has one decision-relevant message.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visual form matches the relationship.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Labels and sources are legible.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No decorative element competes with the evidence.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slide states limitations or assumptions where needed.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your own brief, evidence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